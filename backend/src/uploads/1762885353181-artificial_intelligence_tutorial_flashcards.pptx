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Artificial Intelligence (AI)?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science and engineering of making intelligent machines, especially intelligent computer programs.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goals of AI?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create expert systems and to implement human intelligence in machines.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contributes to AI?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Disciplines such as Computer Science, Biology, Psychology, Linguistics, Mathematics, and Engineering.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an AI Technique?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way to organize and use knowledge efficiently, perceivable by people, modifiable, and useful even if incomplete.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Intelligence?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ability to calculate, reason, perceive relationships, learn, store/retrieve information, solve problems, comprehend ideas, use natural language, classify, generalize, and adapt.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6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 types of Intelligence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Linguistic, Musical, Logical-mathematical, Spatial, Bodily-Kinesthetic, Intra-personal, Interpersonal.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7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the components of Intelligence?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Reasoning, Learning, Problem Solving, Perception, Linguistic Intelligence.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8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Agent and Environment?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agent perceives its environment through sensors and acts upon it through effectors. The environment is where the agent exists and acts.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9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Rationality in AI?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status of being reasonable, sensible, and having a good sense of judgment in taking actions depending upon what the agent has perceived.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StudyMate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274320" y="822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Card 10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2743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TERM: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18288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are Expert Systems?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3657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DEFINITION: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4320" y="4114800"/>
            <a:ext cx="77724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applications developed to solve complex problems in a particular domain, at the level of extraordinary human intelligence and expertise.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by StudyMate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StudyMate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artificial_intelligence_tutorial Flashcards</dc:title>
  <dc:subject>PptxGenJS Presentation</dc:subject>
  <dc:creator>StudyMate</dc:creator>
  <cp:lastModifiedBy>StudyMate</cp:lastModifiedBy>
  <cp:revision>1</cp:revision>
  <dcterms:created xsi:type="dcterms:W3CDTF">2025-11-07T19:52:47Z</dcterms:created>
  <dcterms:modified xsi:type="dcterms:W3CDTF">2025-11-07T19:52:47Z</dcterms:modified>
</cp:coreProperties>
</file>